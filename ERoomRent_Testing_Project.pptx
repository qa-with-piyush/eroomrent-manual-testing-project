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6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EROOMRENT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11480" y="2148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APPLICATION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11480" y="26974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E8A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PROJECT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11480" y="3429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&amp; Manual Testing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" y="4434840"/>
            <a:ext cx="3200400" cy="45720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Presented By: Piyush Bhagchandani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4434840"/>
            <a:ext cx="32004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Projected Delivery: June 2026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0" y="274320"/>
            <a:ext cx="2926080" cy="292608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>
                <a:alpha val="6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0" y="822960"/>
            <a:ext cx="1828800" cy="1828800"/>
          </a:xfrm>
          <a:prstGeom prst="ellipse">
            <a:avLst/>
          </a:prstGeom>
          <a:solidFill>
            <a:srgbClr val="0E8A6E">
              <a:alpha val="45000"/>
            </a:srgbClr>
          </a:solidFill>
          <a:ln w="12700">
            <a:solidFill>
              <a:srgbClr val="0E8A6E">
                <a:alpha val="45000"/>
              </a:srgbClr>
            </a:solidFill>
            <a:prstDash val="solid"/>
          </a:ln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CA8624-D2D3-C803-4B17-2AA292273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064"/>
            <a:ext cx="1123406" cy="11280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54480" y="137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Introduction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ERoomRent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Indore-based online rental portal connecting tenants, property owners, and brokers. It enables users to search, list, and book rooms, flats, hostels, and PGs — completely online and without brokerage.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Under Test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65176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651760"/>
            <a:ext cx="64008" cy="475488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6517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68880" y="265176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2651760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06040" y="26517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Search &amp; Filters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29184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229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3291840"/>
            <a:ext cx="64008" cy="475488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291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Broker Portal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68880" y="329184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68880" y="3291840"/>
            <a:ext cx="64008" cy="475488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06040" y="3291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Enquiry Flow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93192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931920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931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Responsiveness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468880" y="393192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229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8880" y="3931920"/>
            <a:ext cx="64008" cy="475488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06040" y="3931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FAQ Pages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1005840"/>
            <a:ext cx="4114800" cy="3749040"/>
          </a:xfrm>
          <a:prstGeom prst="rect">
            <a:avLst/>
          </a:prstGeom>
          <a:solidFill>
            <a:srgbClr val="12294A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A6E"/>
                </a:solidFill>
              </a:rPr>
              <a:t>eroomrent.in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46320" y="1463040"/>
            <a:ext cx="374904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🔍  Find Room | Flats | Hostel | PG in easiest way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46320" y="1965960"/>
            <a:ext cx="685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0" y="1965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Room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596128" y="1965960"/>
            <a:ext cx="685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96128" y="1965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Flat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345936" y="1965960"/>
            <a:ext cx="685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45936" y="1965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Hostel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095744" y="1965960"/>
            <a:ext cx="685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95744" y="1965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PG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845552" y="1965960"/>
            <a:ext cx="685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45552" y="1965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Bunglow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846320" y="2331720"/>
            <a:ext cx="3749040" cy="256032"/>
          </a:xfrm>
          <a:prstGeom prst="rect">
            <a:avLst/>
          </a:prstGeom>
          <a:solidFill>
            <a:srgbClr val="162D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4632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</a:rPr>
              <a:t>📍 Old Palasia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846320" y="2624328"/>
            <a:ext cx="374904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46320" y="2624328"/>
            <a:ext cx="37490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</a:rPr>
              <a:t>📍 Vijay Nagar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846320" y="2916936"/>
            <a:ext cx="3749040" cy="256032"/>
          </a:xfrm>
          <a:prstGeom prst="rect">
            <a:avLst/>
          </a:prstGeom>
          <a:solidFill>
            <a:srgbClr val="162D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46320" y="2916936"/>
            <a:ext cx="37490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</a:rPr>
              <a:t>📍 Bhawarkua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846320" y="3209544"/>
            <a:ext cx="374904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46320" y="3209544"/>
            <a:ext cx="37490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</a:rPr>
              <a:t>📍 New Palasia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846320" y="3502152"/>
            <a:ext cx="3749040" cy="256032"/>
          </a:xfrm>
          <a:prstGeom prst="rect">
            <a:avLst/>
          </a:prstGeom>
          <a:solidFill>
            <a:srgbClr val="162D4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46320" y="3502152"/>
            <a:ext cx="374904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</a:rPr>
              <a:t>📍 LIG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846320" y="3886200"/>
            <a:ext cx="3749040" cy="50292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4632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Search Property</a:t>
            </a:r>
            <a:endParaRPr lang="en-US" sz="14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5C11D1A-1BFE-26C7-A54E-36FF107F8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" y="37814"/>
            <a:ext cx="803366" cy="7542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Testing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69164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6152"/>
            <a:ext cx="457200" cy="457200"/>
          </a:xfrm>
          <a:prstGeom prst="ellipse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930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64592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features — search, registration, login, booking — perform exactly as per user stories.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54680" y="105156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051560"/>
            <a:ext cx="64008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21615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28930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91840" y="164592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interface provides a smooth, intuitive workflow for tenants, owners, and brokers.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35040" y="105156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051560"/>
            <a:ext cx="64008" cy="169164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216152"/>
            <a:ext cx="457200" cy="45720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28930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164592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stability across Chrome, Firefox, MS Edge and Windows 10/11 environments.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74320" y="292608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74320" y="2926080"/>
            <a:ext cx="64008" cy="169164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3090672"/>
            <a:ext cx="457200" cy="457200"/>
          </a:xfrm>
          <a:prstGeom prst="ellipse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163824"/>
            <a:ext cx="301752" cy="3017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11480" y="35204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that recent changes or fixes do not negatively impact existing system logic.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154680" y="292608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54680" y="2926080"/>
            <a:ext cx="64008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37560" y="309067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163824"/>
            <a:ext cx="301752" cy="30175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319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Mgmt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291840" y="35204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categorize, and track all software anomalies through to resolution in Jira.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035040" y="2926080"/>
            <a:ext cx="26974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35040" y="2926080"/>
            <a:ext cx="64008" cy="169164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17920" y="3090672"/>
            <a:ext cx="457200" cy="45720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163824"/>
            <a:ext cx="301752" cy="30175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122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Integrity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172200" y="3520440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user data, property listings, and broker flows maintain high data consistency.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Workflow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97280" y="1554480"/>
            <a:ext cx="2926080" cy="292608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1280160" cy="128016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377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SOFTWARE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TESTING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LIFE CYCLE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27938" y="3291840"/>
            <a:ext cx="100584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7938" y="3291840"/>
            <a:ext cx="1005840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Requirement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27938" y="2103120"/>
            <a:ext cx="100584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7938" y="2103120"/>
            <a:ext cx="1005840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Planning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57400" y="1508760"/>
            <a:ext cx="10058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57400" y="1508760"/>
            <a:ext cx="1005840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Case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Development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86862" y="2103120"/>
            <a:ext cx="1005840" cy="6400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86862" y="2103120"/>
            <a:ext cx="1005840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Environment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Setup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86862" y="3291840"/>
            <a:ext cx="100584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86862" y="3291840"/>
            <a:ext cx="1005840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Execution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57400" y="3886200"/>
            <a:ext cx="1005840" cy="64008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57400" y="3886200"/>
            <a:ext cx="1005840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Case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Closure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37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Framework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adopt a risk-based Manual Testing approach, following the standard Software Testing Life Cycle (STLC) to maximize coverage.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33172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2331720"/>
            <a:ext cx="64008" cy="45720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331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BRD &amp; User Stories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92608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926080"/>
            <a:ext cx="64008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test scenarios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52044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29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3520440"/>
            <a:ext cx="64008" cy="4572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520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execution of high-risk cases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 Allocation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88920" y="11887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1887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Responsibilities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91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Bhagchandani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1691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analysis, Scenario mapping, Test case authoring, Execution, and Defect logging in Jira.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54864" cy="82296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0604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Management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2606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planning, Strategy sign-off, and Final Test Summary Report (TSR) review.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54864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49040"/>
            <a:ext cx="841248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49040"/>
            <a:ext cx="54864" cy="82296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Single-tester project. All QA artifacts are authored, executed, and maintained by Piyush Bhagchandani with QA Management oversight.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8660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554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01 – June 04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78040" y="1691640"/>
            <a:ext cx="12344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691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Completed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8412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128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2128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2128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05 - June 07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2350008"/>
            <a:ext cx="12344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3500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Completed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87121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7121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Writing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28712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87121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08 - June 14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78040" y="3008376"/>
            <a:ext cx="12344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300837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Completed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529584"/>
            <a:ext cx="8412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2958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Reporting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52958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35295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15 - June 24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78040" y="3666744"/>
            <a:ext cx="12344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36667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 Progress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18795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1879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Closure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46120" y="41879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9160" y="41879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25 - June 28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78040" y="4325112"/>
            <a:ext cx="123444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43251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Planned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Artifacts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772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Owner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0372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Target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84124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54480"/>
            <a:ext cx="54864" cy="59436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54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Test Plan (MTP)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B.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1554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07,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12848"/>
            <a:ext cx="54864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1284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Cases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B.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2212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14, 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84124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871216"/>
            <a:ext cx="54864" cy="59436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7121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Matrix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28712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B.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87121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14, 2026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29584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29584"/>
            <a:ext cx="54864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295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Reports (Jira)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352958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B.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35295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24, 2026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87952"/>
            <a:ext cx="84124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187952"/>
            <a:ext cx="54864" cy="59436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18795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 Report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17720" y="41879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B.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41879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Gates: Analysis &amp; Planning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350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374904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965960"/>
            <a:ext cx="35661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documentation received from the PO.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374904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108960"/>
            <a:ext cx="35661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reviewed; 100% clarification on business logic achieved.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097280"/>
            <a:ext cx="4114800" cy="73152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1234440"/>
            <a:ext cx="548640" cy="548640"/>
          </a:xfrm>
          <a:prstGeom prst="ellipse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35024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892040" y="1965960"/>
            <a:ext cx="374904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83480" y="1965960"/>
            <a:ext cx="35661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requirements and environment access available.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892040" y="3108960"/>
            <a:ext cx="374904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83480" y="3108960"/>
            <a:ext cx="35661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approved; Tooling and team readiness confirmed.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Gates: Execution &amp; Closure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73152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350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374904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965960"/>
            <a:ext cx="35661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Test Cases and stable build in the QA environment.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374904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108960"/>
            <a:ext cx="35661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cycles run; High-severity bugs logged and retested.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1097280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097280"/>
            <a:ext cx="41148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123444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35024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Closure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892040" y="1965960"/>
            <a:ext cx="374904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83480" y="1965960"/>
            <a:ext cx="35661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cycles concluded and final defect summary available.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892040" y="3108960"/>
            <a:ext cx="374904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83480" y="3108960"/>
            <a:ext cx="35661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 Report signed off; Quality Gate passed.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Environment Configuration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41732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002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Matrix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Pro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3346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Home/Ent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188720"/>
            <a:ext cx="2743200" cy="73152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417320"/>
            <a:ext cx="914400" cy="914400"/>
          </a:xfrm>
          <a:prstGeom prst="ellipse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002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Stack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24612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 (Stable)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246120" y="3346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Edge &amp; Firefox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7220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229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1188720"/>
            <a:ext cx="2743200" cy="73152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086600" y="1417320"/>
            <a:ext cx="914400" cy="91440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60020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220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Type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17220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72200" y="3346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(Manual Testing Focus)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 Testing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5603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5603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37160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5361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103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Sheets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Documentation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1349" y="1165860"/>
            <a:ext cx="25603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1349" y="1165860"/>
            <a:ext cx="25603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1469" y="134874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061" y="151333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91349" y="20802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Jira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891349" y="24643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Lifecycle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200400" y="3108960"/>
            <a:ext cx="25603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0" y="3108960"/>
            <a:ext cx="25603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160520" y="329184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456432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200400" y="4023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200400" y="4407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8A6E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ERoomRent Testing Project  |  QA Certification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0926" y="1554481"/>
            <a:ext cx="1828800" cy="1824610"/>
          </a:xfrm>
          <a:prstGeom prst="rect">
            <a:avLst/>
          </a:prstGeom>
          <a:solidFill>
            <a:srgbClr val="1A3A5C"/>
          </a:solidFill>
          <a:ln w="12700">
            <a:solidFill>
              <a:srgbClr val="0E8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32918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ERoomRent manual testing project successfully validated critical user flows including property search, user registration, owner/broker portals, and booking enquiry. All identified defects were systematically tracked to ensure a high-quality product release.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371600" y="4526280"/>
            <a:ext cx="27432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</a:rPr>
              <a:t>✉  piyushb6263@gmail.com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4526280"/>
            <a:ext cx="27432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E8A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</a:rPr>
              <a:t>👤  Piyush Bhagchandani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91440"/>
            <a:ext cx="2560320" cy="256032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1A3A5C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-914400" y="3840480"/>
            <a:ext cx="1828800" cy="1828800"/>
          </a:xfrm>
          <a:prstGeom prst="ellipse">
            <a:avLst/>
          </a:prstGeom>
          <a:solidFill>
            <a:srgbClr val="0E8A6E">
              <a:alpha val="40000"/>
            </a:srgbClr>
          </a:solidFill>
          <a:ln w="12700">
            <a:solidFill>
              <a:srgbClr val="0E8A6E">
                <a:alpha val="40000"/>
              </a:srgbClr>
            </a:solidFill>
            <a:prstDash val="solid"/>
          </a:ln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A5E7F4-6264-4259-B93D-5CD17D126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364" y="1624962"/>
            <a:ext cx="1673271" cy="16874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724</Words>
  <Application>Microsoft Office PowerPoint</Application>
  <PresentationFormat>On-screen Show (16:9)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ERoomRent Web Application Testing Project</dc:title>
  <dc:subject>PptxGenJS Presentation</dc:subject>
  <dc:creator>Piyush Bhagchandani</dc:creator>
  <cp:lastModifiedBy>Piyush Bhagchandani</cp:lastModifiedBy>
  <cp:revision>4</cp:revision>
  <dcterms:created xsi:type="dcterms:W3CDTF">2026-06-01T06:40:11Z</dcterms:created>
  <dcterms:modified xsi:type="dcterms:W3CDTF">2026-06-11T16:36:59Z</dcterms:modified>
</cp:coreProperties>
</file>